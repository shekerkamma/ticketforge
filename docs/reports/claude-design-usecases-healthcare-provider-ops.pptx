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64008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Claude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0000"/>
            <a:ext cx="6400800" cy="9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0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0"/>
            <a:ext cx="6400800" cy="4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200" b="1">
                <a:solidFill>
                  <a:srgbClr val="EEECE1"/>
                </a:solidFill>
                <a:latin typeface="Calibri"/>
              </a:rPr>
              <a:t>Healthcare provider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00000"/>
            <a:ext cx="6500000" cy="9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0">
                <a:solidFill>
                  <a:srgbClr val="EEECE1"/>
                </a:solidFill>
                <a:latin typeface="Calibri"/>
              </a:rPr>
              <a:t>Where long-context reasoning, workflow judgment, and compliant drafting can create operational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436815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000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000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2500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Why this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45000"/>
            <a:ext cx="6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Provider ops is full of long-form documents, exceptions, and repetitive coordination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000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4000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59500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Strongest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15000"/>
            <a:ext cx="6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Prior auth, revenue cycle, inbox triage, documentation QA, and knowledge copilots.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4000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1000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500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Implementation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85000"/>
            <a:ext cx="6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Start with human-in-the-loop workflows before moving toward embedded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1000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8000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3500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Failure modes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955000"/>
            <a:ext cx="6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Avoid consumer-chat positioning and ambiguous ownership.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0000"/>
            <a:ext cx="9000000" cy="6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Why Provider Operations Fits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0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1520" y="186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1520" y="192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1520" y="188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Document-heavy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1520" y="226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Prior auth packets, denial letters, policies, SOPs, referrals, and care notes reward long-context reading and synthesis.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70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0000" y="186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0000" y="192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0" y="188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Exception-driven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0" y="226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Provider workflows are full of edge cases where summarization is not enough; someone must reason through policy and next-step choices.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2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1520" y="398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520" y="404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1520" y="400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Human-in-the-loop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1520" y="438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Many workflows can create leverage even before full autonomy because the bottleneck is drafting, triage, or decision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0000" y="382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0000" y="398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0000" y="404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0" y="400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Clear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0" y="438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The strongest workflows tie directly to collections, faster turnaround, fewer escalations, and lower admin burden.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6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Highest-Value Claude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Turn abstract AI potential into concrete workflow jobs.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50000"/>
            <a:ext cx="2200000" cy="48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0000" y="1370000"/>
            <a:ext cx="1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Prior authorization drafting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0000" y="1250000"/>
            <a:ext cx="8100000" cy="48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1340000"/>
            <a:ext cx="770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Buyer: revenue cycle or utilization management | Job: read payer criteria, assemble evidence, draft a high-quality prior auth packet | Value: fewer delays and higher approval 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0000"/>
            <a:ext cx="2200000" cy="48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990000"/>
            <a:ext cx="1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Denial appeal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870000"/>
            <a:ext cx="8100000" cy="48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0" y="1960000"/>
            <a:ext cx="770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Buyer: revenue cycle lead | Job: review denial reason, cross-reference records and policy, draft appeal letters | Value: direct collections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90000"/>
            <a:ext cx="2200000" cy="48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" y="2610000"/>
            <a:ext cx="1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Patient message triage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0000" y="2490000"/>
            <a:ext cx="8100000" cy="48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0" y="2580000"/>
            <a:ext cx="770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Buyer: operations or access center | Job: classify inbound patient messages and route with suggested responses | Value: faster response and lower inbox 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10000"/>
            <a:ext cx="2200000" cy="48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000" y="3230000"/>
            <a:ext cx="1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Documentation QA copilot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0" y="3110000"/>
            <a:ext cx="8100000" cy="48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0" y="3200000"/>
            <a:ext cx="770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Buyer: clinic operations or compliance | Job: inspect notes for missing elements, coding risks, or policy mismatches | Value: fewer downstream corrections and better auditability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30000"/>
            <a:ext cx="2200000" cy="48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000" y="3850000"/>
            <a:ext cx="1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SOP and policy knowledge copilot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00000" y="3730000"/>
            <a:ext cx="8100000" cy="48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000" y="3820000"/>
            <a:ext cx="770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Buyer: operations leadership | Job: answer staff questions from SOPs and payer rules with citations | Value: fewer escalations and faster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95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Commercial Priority By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0000"/>
            <a:ext cx="90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Calibri"/>
              </a:rPr>
              <a:t>Rank use cases by business clarity rather than novelty.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5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Denial appeal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00000" y="167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00000" y="167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00000" y="1640000"/>
            <a:ext cx="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400" b="1">
                <a:solidFill>
                  <a:srgbClr val="0A1628"/>
                </a:solidFill>
                <a:latin typeface="Calibri"/>
              </a:rPr>
              <a:t>highest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17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Prior authorization drafting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0000" y="219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00000" y="2190000"/>
            <a:ext cx="4680000" cy="21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0000" y="2160000"/>
            <a:ext cx="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400" b="1">
                <a:solidFill>
                  <a:srgbClr val="0A1628"/>
                </a:solidFill>
                <a:latin typeface="Calibri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69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Documentation QA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0000" y="271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00000" y="2710000"/>
            <a:ext cx="3952000" cy="21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0000" y="2680000"/>
            <a:ext cx="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400" b="1">
                <a:solidFill>
                  <a:srgbClr val="0A1628"/>
                </a:solidFill>
                <a:latin typeface="Calibri"/>
              </a:rPr>
              <a:t>medium-high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321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Patient message 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0000" y="323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00000" y="3230000"/>
            <a:ext cx="3120000" cy="21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0000" y="3200000"/>
            <a:ext cx="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400" b="1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373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Knowledge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0000" y="375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00000" y="3750000"/>
            <a:ext cx="3120000" cy="21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0000" y="3720000"/>
            <a:ext cx="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400" b="1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436815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What To Build First vs Later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00000"/>
            <a:ext cx="3300000" cy="420000"/>
          </a:xfrm>
          <a:prstGeom prst="rect">
            <a:avLst/>
          </a:prstGeom>
          <a:solidFill>
            <a:srgbClr val="F54776"/>
          </a:solidFill>
          <a:ln>
            <a:solidFill>
              <a:srgbClr val="F547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00000" y="1100000"/>
            <a:ext cx="3300000" cy="420000"/>
          </a:xfrm>
          <a:prstGeom prst="rect">
            <a:avLst/>
          </a:prstGeom>
          <a:solidFill>
            <a:srgbClr val="2DC48D"/>
          </a:solidFill>
          <a:ln>
            <a:solidFill>
              <a:srgbClr val="2D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0000"/>
            <a:ext cx="33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Start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0000" y="1180000"/>
            <a:ext cx="33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Move here later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2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0000" y="162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71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Drafting and review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00" y="171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Auto-submission without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8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0000" y="218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" y="227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Inbox triage with human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00" y="227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Full patient communications autonomy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4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0000" y="274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000" y="283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SOP question answering with 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000" y="283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End-to-end claims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0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00000" y="330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000" y="339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Documentation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00" y="339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Cross-system actions without tight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8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How Teams Would Actually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Make the workflows concrete enough for design and ops leaders.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760" y="162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Revenue cycle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60" y="2060000"/>
            <a:ext cx="4500000" cy="7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Uploads denial packet, gets a draft appeal with missing evidence flagged and payer-policy citations attached.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000" y="162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Utilization review nurse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000" y="2060000"/>
            <a:ext cx="4500000" cy="7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Reviews prior auth packet prepared from chart notes, payer rules, and prior submissions before final sign-off.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760" y="392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Access center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760" y="4360000"/>
            <a:ext cx="4500000" cy="7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Receives inbox triage queues grouped by urgency, scheduling intent, billing issue, and clinical escalation.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000" y="392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Clinic operations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000" y="4360000"/>
            <a:ext cx="4500000" cy="7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Uses a policy copilot to answer staff SOP questions with exact document references instead of informal tribal knowledge.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0000"/>
            <a:ext cx="9000000" cy="6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What I Would Prioritize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0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1520" y="186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1520" y="192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1520" y="188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1. Start with revenue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1520" y="226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Claims, denials, and prior auth create the clearest ROI story and tolerate human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70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0000" y="186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0000" y="192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0" y="188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2. Build around documents and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0" y="226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Claude is strongest when the job involves reading, comparing, drafting, and citing from large context windows.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2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1520" y="398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520" y="404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1520" y="400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3. Keep humans in the approval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1520" y="438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The fastest path to value is workflow acceleration, not full autonomy on day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0000" y="382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0000" y="398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0000" y="404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0" y="400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4. Measure queue outcomes, not model novelty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0" y="438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Time saved, approval lift, reduced escalations, and reduced rework are the KPIs that matter.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6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Design Lens Used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8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Explain that the deck is based on workflow-design logic rather than vendor hype.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35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47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0000" y="135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0000" y="149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Lens: Selected workflows where long-context reasoning, drafting quality, policy comparison, and exception handling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211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223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0000" y="211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0000" y="225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Constraint: Preferred workflows that can create value before full autonomous action is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000" y="287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299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0000" y="287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0000" y="301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Success metric: Operational throughput, collections improvement, response speed, auditability, and reduced admin burden.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claude-design-usecases-healthcare-provider-ops | executive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