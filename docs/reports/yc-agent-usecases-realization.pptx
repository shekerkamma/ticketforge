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1352" y="548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0" i="0">
                <a:solidFill>
                  <a:srgbClr val="00C9A7"/>
                </a:solidFill>
                <a:latin typeface="Calibri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40664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700" b="1" i="0">
                <a:solidFill>
                  <a:srgbClr val="FFFFFF"/>
                </a:solidFill>
                <a:latin typeface="Calibri"/>
              </a:rPr>
              <a:t>Business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00C9A7"/>
                </a:solidFill>
                <a:latin typeface="Calibri"/>
              </a:rPr>
              <a:t>&amp; How They Get Realized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722376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Ten agent use cases, the organizations delivering them, and the realization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pattern behind each — from challenge to system of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910742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9744"/>
            <a:ext cx="91074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87398" y="4754880"/>
            <a:ext cx="1247241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7398" y="4809744"/>
            <a:ext cx="12472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Customer 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5" y="4754880"/>
            <a:ext cx="994867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5" y="4809744"/>
            <a:ext cx="99486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5538" y="4754880"/>
            <a:ext cx="1331366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5538" y="4809744"/>
            <a:ext cx="1331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Dev &amp;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4920" y="475488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4920" y="480974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1304" y="475488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1304" y="4809744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ORGANIZATIONS REFERENCED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194560"/>
            <a:ext cx="3291840" cy="4023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Anana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stratify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Cohesive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BitBoard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nao Labs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Golf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Airweave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Aegis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Pelica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Cotool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MindFort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Docket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Propolis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Galen AI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Vesence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7C8C"/>
                </a:solidFill>
                <a:latin typeface="Calibri"/>
              </a:rPr>
              <a:t>Agentic AI · Business Use Cases &amp; Realization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use-case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21992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Ten agent use cases and the organizations building each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35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44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Use cases in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2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Challenge, realization, how-it-works, stack, and named organizations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78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87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Strategic realization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07992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Healthcare ops, implementation automation, risks, and a 90-day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Use-Case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Ten agent use cases and the organizations building each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Use-Case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Ten agent use cases — each shown with the organizations delivering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09928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Workflow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Anana, stratify, Scalar Field, Cotool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0319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0319" y="1874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600200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600200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1709928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Sales And Customer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057400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Anana, Cohesive, Galen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84687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84687" y="1874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78608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78608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688336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Analytics And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035808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BitBoard, nao Labs, Scalar Field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0319" y="2779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0319" y="28529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2578608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2578608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9039" y="2688336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9039" y="3035808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Golf, Capacitive, Docket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84687" y="2779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4687" y="28529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57016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557016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666744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Data And Agent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014216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Golf, Capacitive, Scalar Field, Airweave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0319" y="37581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0319" y="38313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3557016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3007" y="3557016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9039" y="3666744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Finance And Trading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9039" y="4014216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Aegis, Pelica, Parsewise, Avallon 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84687" y="37581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84687" y="38313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35424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535424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645152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Security And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992624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Golf, Capacitive, Cotool, MindFort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0319" y="47365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0319" y="480974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3007" y="4535424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3007" y="4535424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9039" y="4645152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Healthcare 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89039" y="4992624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Galen AI, Aegis, Pelica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84687" y="47365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84687" y="480974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13832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13832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623560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Legal And Compliance Workflows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971032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Vesence, Third Chair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0319" y="5715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0319" y="57881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3007" y="5513832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3007" y="5513832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89039" y="5623560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General Ai Applications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9039" y="5971032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Plexe, Cua, Klavis AI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84687" y="5715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84687" y="57881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Organizations Are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Number of named organizations active in each use case</a:t>
            </a:r>
          </a:p>
        </p:txBody>
      </p:sp>
      <p:pic>
        <p:nvPicPr>
          <p:cNvPr id="7" name="Picture 6" descr="org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54" y="1463040"/>
            <a:ext cx="768598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Calibri"/>
              </a:rPr>
              <a:t>Workflow automation, customer ops, analytics, testing, and infrastructure see the most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Common Realization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Almost every use case is the same agent loop wrapped around a different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01 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 queue item, message, ticket, document, alert, or schedule kicks off the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5610" y="21945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02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Retrieval + permissioned access pull the data, history, and policy the agent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5188" y="21945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8964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03  REASON &amp;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964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The agent decomposes the job, chooses tools, and drafts the action 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04  ACT VIA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It executes in the systems of record — CRM, EHR, repo, ticketing, ledgers.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5610" y="4050792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9386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05 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386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Confidence thresholds, policy checks, and human-in-the-loop on exceptions.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5188" y="4050792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7796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27796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8964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06  SYSTEM OF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The work is completed and logged — not just summarized — with an audit trail.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Reference Realization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E0F7F1"/>
                </a:solidFill>
                <a:latin typeface="Calibri"/>
              </a:rPr>
              <a:t>The layers organizations actually assemble to ship an agent into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110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EXPERIENCE &amp;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Inboxes, dashboards, review queues, approvals — where operators stay in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830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Anana · BitBoard · Vesence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ORCHESTRATION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Planning, tool selection, multi-step execution, evals and retries.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974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stratify · Docket · Propolis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398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CONTEXT &amp;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118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Permissioned access to data, memory, and policy — the layer agents fail without.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Airweave · Kaelio · Scalar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542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ACTUATION &amp;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262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Writes back into CRM, EHR, repos, ledgers and ticketing systems of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5262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Cohesive · Aegis · Cua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06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686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406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Identity, scoping, audit, and guardrails on what agents may touch.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4406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Golf · MindFort · Cotool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Use Cases In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Each use case: the challenge, how it's realized, how it works, and who delivers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01  ·  HORIZONTAL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High-volume, rules-heavy operational queues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Manual multi-step handoffs across tools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Throughput capped by headcount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run the whole queue as a system of action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Multi-step execution inside existing tools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No new interface for the operator to learn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Whole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automation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HITL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on exceptions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Trigger from a queue item → agent pulls context and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Plans and executes the multi-step task across the team's tools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Logs the completed action; routes only exceptions to a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Operator inbox /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Multi-step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Process + policy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Writes to tools of record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CRM  ·  Ticketing  ·  ERP  ·  Email/Slack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COO · ops leaders · workflow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Anana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agentic system of action for hotel groups and management companies.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stratify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that help you understand your customers' needs.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Scalar Field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Your agentic trading desk — agentic operations for finance.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Cotool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security operations teams.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02  · 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Sales &amp; Customer 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Repetitive customer-facing work at scale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Slow response and uneven follow-up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Reps stretched across intake and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qualify, route, support, and follow up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Anchored in the revenue team's workflow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Exploits the structured data conversations create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Intake→follow-up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owned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anchored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Inbound message / lead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enriches, qualifies, and routes against SLAs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Drafts or sends the response; updates the CRM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Rep console / CRM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Qualify + route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Account + convo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CRM + messaging write-back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CRM  ·  Helpdesk  ·  Email  ·  Calendar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Sales · RevOps · CS · service managers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Cohesive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agentic CRM for blue-collar services.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Anana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Revenue, sales, and operations working together with AI.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Open-source, agentic knowledge bases for customer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Parsewise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Multi-document processing for risk and ops teams.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03  ·  KNOWLEDGE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Manual synthesis of raw data and context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High-frequency, repetitive reporting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Decisions wait on slow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turn data into decision-ready reporting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Dashboards and summaries built on demand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Paired with trusted, governed data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On-demand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Governed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Request or schedule triggers the reporting run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Agent queries governed data and composes the view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Delivers the dashboard / summary with sources cited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Dashboards /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Query +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Semantic + retrieval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Publishes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Warehouse  ·  BI tools  ·  Sheets  ·  APIs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Heads of analytics · operators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BitBoard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Let your agent build dashboards and reporting.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nao Labs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 analytics agent.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Airweave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retrieval layer for agents.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knowledge bases for decision support.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04  · 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Developer Tools &amp;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Agentic products create new failure modes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QA can't scale linearly with headcount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Regressions slip into releases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test, monitor, and validate systems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Become part of the default release process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Catch regressions before they 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release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↓ regressions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Code change / deploy triggers the test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drives the app, generates and runs cases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Files findings into CI and the issue 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CI + PR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Test generation/exec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Repo + spec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Issues + status writes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GitHub/CI  ·  Browsers  ·  Issue tracker  ·  Observability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Eng leaders · QA · platform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Docket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web testing.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Propolis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Hands-off QA via intelligent browser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 for engineering.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 agentic knowledge bases used across engineering.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05  · 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 &amp; Agent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fail without trustworthy context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Uncontrolled system access is risky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Every team rebuilds the same plumbing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Provide the context + permissioning layer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Become infrastructure, not a single app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Horizontal wedge with platform stickiness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Context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Scoped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Agent product requests data or an 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Infra layer enforces scope and retrieves context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Returns permissioned context / brokered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SDK / API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Access broker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Retrieval +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Permissioned connectors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Data sources  ·  Vector stores  ·  IdP  ·  Connectors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Platform eng · CTO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Airweave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retrieval layer for agents.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Kaelio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layer for data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Scalar Field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An agentic trading desk built on its own data/context layer.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06  · 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Finance &amp; Trading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High-value workflows, direct $ consequences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Structured rules, financially sensitive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Errors and cycle time map straight to money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on claims, trading, and risk ops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Easy ROI: cycle time and error rates = $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Domain expertise + clear control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$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measurable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Bounded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Claim / order / document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applies rules, checks data, and proposes the 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Executes within limits; escalates edge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Ops review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Rules +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Docs +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Ledger / claims write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Claims systems  ·  Market data  ·  Docs  ·  Ledgers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Finance ops · claims · risk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to win denied health-insurance claims.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Avallon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insurance claims operations.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Parsewise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Multi-document processing for risk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Pelica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Healthcare operations with financial consequences.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07  · 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Security &amp;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Every agent deployment adds governance need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Alerts, access, and policy at scale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Security pain is urgent and measurable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Automate security workflows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Govern how agents touch systems and data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Sit in a real enforcement / response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Audited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Alert / access request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investigates, correlates, and applies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Enforces or escalates; records the decision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SOC / policy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Investigate + 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Telemetry +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Enforce / quarantine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SIEM  ·  IdP  ·  Cloud APIs  ·  Ticketing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CISO orgs · security eng ·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MindFort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Autonomous security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security operations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08  · 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Healthcare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Repetitive patient &amp; provider admin work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Overloaded scheduling, billing, claims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 friction, high willingness to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Reduce manual coordination end to end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Own a painful workflow, not a thin wrapper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Measurable ROI in staffing and collections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staffing + collections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Call / referral / claim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handles scheduling, intake, or billing steps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Writes back to the EHR / RCM; flags 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Front-desk / RCM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Scheduling + claims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EHR + claims + labs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EHR / RCM write-back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EHR  ·  Claims/RCM  ·  Scheduling  ·  Telephony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Clinic ops · RCM leaders · provider groups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Pelica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co-pilots for value-based care quality teams.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to win denied health-insurance claims.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Galen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Personal AI healthcare agent on clinical + wearable data.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09  ·  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Legal &amp;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Document- and policy-heavy review work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Expert time is expensive; throughput matters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Language-heavy work, now tractable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Embed agents inside the pro workflow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Specialize around a precise task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Save expert time, not generic 'legal AI'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In-workflow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embedded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Specialist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wedge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Document / matter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drafts, reviews, or enforces against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Surfaces the result inside the pro's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MS Office / matter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Draft +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Docs + policy corpus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Edits / filings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MS Office  ·  DMS  ·  Filing systems  ·  Email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Legal ops · compliance · IP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Vesence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Cursor for lawyers — agentic AI in MS Office.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Third Chair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AI-native IP enforcement agent.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Organization Spotlights — Horizontal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Operators and tooling building agent systems of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Anana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Workflow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agentic system of action for hotel groups and management companies.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2122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2122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0722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Cohesive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0722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Sales &amp; customer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722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agentic CRM for blue-collar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604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5604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4204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BitBoard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4204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204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Let your agent build dashboards and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Docket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Dev tools &amp;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agents for web testing.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2122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2122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0722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Propolis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0722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Dev tools &amp;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0722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Hands-off QA via intelligent browser agents.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5604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5604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4204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nao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4204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4204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Open-source analytics agent.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Organization Spotlights — Vertical &amp; Infra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Specialist and platform organizations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Pelica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Healthcare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co-pilots for value-based care quality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2122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2122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0722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Aegis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0722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Finance /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722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agents to win denied health-insurance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604" y="1645920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5604" y="1645920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4204" y="1847088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Golf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4204" y="2194560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Security &amp; 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204" y="2468880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Agentic AI security and governance.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Airweave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Agent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open-source context retrieval layer for agents.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2122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2122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0722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Vesence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0722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Legal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0722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Cursor for lawyers — agentic AI in MS Office.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5604" y="3310128"/>
            <a:ext cx="352745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5604" y="3310128"/>
            <a:ext cx="352745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4204" y="35112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Galen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4204" y="3858768"/>
            <a:ext cx="307025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Healthcare 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4204" y="4133088"/>
            <a:ext cx="307025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Personal AI healthcare agent on clinical + wearable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Strategic Realization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Two high-value lanes, the risks to contain, and the plan to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Healthcare Operations — Deep Realization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ORGANIZATIONS REALIZING THIS  ·  ADJACENCY — YC BATCHES VARY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Pelica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Pelica Health builds AI co-pilots for value-based care quality teams, unifying EHR, claims, pharmacy, and lab data to close care gaps and improve outcomes.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Simbie 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Simbie AI’s clinically-trained voice agents act as your 24/7 AI medical receptionist—handling scheduling, refills &amp; intake with 60% cost savings. Loved by doctors &amp; patients.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Prosper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Voice Agents ‍ for Patient Access and RCM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Toothy 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Toothy takes insurance off your team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Sully.ai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Autonomous team of AI agents that runs the entire hospital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REALIZATION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7373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The lane is real; the strong names own deep workflow, not a front-desk wrapper.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Scheduling, claims, billing, intake, and patient comms are the system-of-action wedges.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Winners capture more of the actual clinic workflow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429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TO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3749039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Own the EHR / RCM write-back, not just the conversation.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Instrument collections and staffing ROI from day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1">
                <a:solidFill>
                  <a:srgbClr val="0A1628"/>
                </a:solidFill>
                <a:latin typeface="Calibri"/>
              </a:rPr>
              <a:t>Does the product own enough of the clinic workflow to become system-of-action software?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Implementation Automation — Realization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ORGANIZATIONS REALIZING THIS  ·  ADJACENCY — YC BATCHES VARY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Contour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voice agents for healthcare operational calls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flowscope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Agents that learn how your business actually runs, then redesign and automate the work on top of existing systems. The AI team for businesses that don't have one.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Unisson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agents that learn to use your product and run directly inside it to execute any task your customers need, accelerating their time to value.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Lua Global Inc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Build, deploy, and scale enterprise-grade AI agents. Ship your first agent without touching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REALIZATION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7373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Fewer direct 'AI agency' clones than expected.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The real risk: productized implementation software absorbing repeatable service work.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Generic AI delivery is easily copied; a narrow owned workflow is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429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TO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3749039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Specialize the wedge around one repeatable, painful workflow.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Turn the service motion into owned product before someone else does.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1">
                <a:solidFill>
                  <a:srgbClr val="0A1628"/>
                </a:solidFill>
                <a:latin typeface="Calibri"/>
              </a:rPr>
              <a:t>Can a service motion defend a wedge before software productizes the 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The Realization Payoff Concentrates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Workflow ownership vs. willingness to pay, by use case</a:t>
            </a:r>
          </a:p>
        </p:txBody>
      </p:sp>
      <p:pic>
        <p:nvPicPr>
          <p:cNvPr id="7" name="Picture 6" descr="matrix_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832" y="1463040"/>
            <a:ext cx="728003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Calibri"/>
              </a:rPr>
              <a:t>Healthcare ops and finance sit top-right: deep workflow ownership and strong willingness to pay. (Illustrative positioning, not measured.)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Realization Risks &amp;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breaks agent use cases in production — and the control that contains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goes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Context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Agents act on stale, missing, or over-broad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Permissioned retrieval layer; scope reads to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Silent wrong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52928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An agent writes a bad record with full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52928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Confidence thresholds + human-in-the-loop on exceptions.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02736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Unbounded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02736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Over-privileged agents touch systems they shouldn't.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02736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Identity, least-privilege scoping, and full audit trails.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52544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No measurable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352544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Cycle-time / error-rate impact is never proven.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52544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Instrument baselines before rollout; report deltas.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2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02352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Workflow not owned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02352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The agent summarizes but doesn't complete the job.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02352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Close the loop into the system of record end-to-end.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Evidence note: counts tie out to 27 filtered companies; organization names are from the live YC listing, with deep-research notes confirming a 14-company subset. Adjacency examples span multiple YC batches.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90-Day Realization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a chosen use case to a proven system of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0-30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Pick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Choose one workflow-heavy use case to own end-to-end.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Map the trigger → action loop and the systems of record.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Instrument cycle-time and error-rate baselines.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5610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2538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30-60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Build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0826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Ship the context + retrieval layer first.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Wire actuation into one system of record.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Add guardrails and a human-in-the-loop queue.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5188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7796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2116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60-90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116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Prove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404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Run against the baseline with 2-3 design partners.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Show measurable delta vs. the manual workflow.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Decide: deepen the wedge or expand adjacent.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to focus realization effort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9968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Choose workflow-heavy use cases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8 companies cluster around operational systems of action, making this the clearest YC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7327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2029968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Own context, governance, or workflow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743200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more durable clusters pair agents with data access, infrastructure, or embedded workflow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21608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14216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Treat healthcare operations as a real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27448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count is smaller than horizontal ops, but the workflow pain and willingness to pay are strong.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21608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7327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4014216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Avoid generic agent-platform 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4727448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cohort repeatedly rewards products with explicit jobs and operators, not broad agent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Use cases win on realization — owning the workflow end to end, not on model novelty.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437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70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Lead with workflow-heavy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546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The deepest realization payoff is in operational systems of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7588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3075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57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Own context, governance, and actuation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4164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Durable agents pair reasoning with data access and write-back into systems of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628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Treat healthcare operations as a wedge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2861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High-friction admin workflows with strong willingness to pay — Pelica, Aegis, Galen 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982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046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315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Close the loop, then measure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81558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Complete the job and prove the cycle-time / error-rate delta.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Business Use Cases &amp; Realization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